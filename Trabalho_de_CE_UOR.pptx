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8BB18-8B17-4C4C-A942-59DF02CB4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C3BE8F-D18C-435B-B076-3C3F2994A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A6CCDB-A8C7-45D1-B72C-72CCDE4B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5AB063F-8795-41A8-B46F-5C052346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678E9D6-B015-4F90-B162-D13DC27C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512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6BBE8-9B79-4709-939A-3283EA34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9E1CB1-6ABF-47C8-8C2B-22581E15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2537FE-8270-422E-9121-6F72BC28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3B4481-4461-4DA6-8FAC-493DC947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2092E11-9ED2-4DAB-A784-9ED86C8C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24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56185-B25E-48E8-9A28-4FF8DD5F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7F409BC-FD9C-47FB-8F71-6F92535B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10834E-C285-4003-8C74-3E539B2B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11A544-8A8E-4EF6-BDAE-2520CF1C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D818292-DA08-4264-A50B-D444A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653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89C3D-069E-41D3-BF9C-843AE03B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90A53E1-3F95-43CB-ABBE-579989BE0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FBD1F33-438C-498E-9064-BEC6D72CB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0D7E410-19EA-403D-982C-97753358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A50B118-E07B-4688-94F2-D339B4D9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B8B8AE3-581E-4E7E-8B6D-4CFCFD8D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010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FA45E-E223-4ED3-B376-D39FF6F8D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50E218-085D-40F8-93C7-1DF49E8C9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39337DA-543F-4C03-ACF1-570268831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BF799C6-505A-42BB-B3B8-7ACAADCF9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305AA7F-464E-4EDD-B2AB-0DB168243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E68A5EA-9601-472B-AB6B-BB63EDEB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DD9BDB6-0A9C-450B-85C6-121CA3EF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54CBFB0-2ECC-4637-898D-476152BD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851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C793D-6A50-4DF4-B2A2-453736C4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5E1E267-3697-4C61-94B8-7BC8E528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224A968-06F6-40CA-A7B4-39458A50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C305D61-DF06-470B-BFB6-2BA119D4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79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AE6D1B3-6DA9-4181-B5D0-57960682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D8B2F17-DEA9-4FEE-9B9D-E9333451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E9A3DF1-41E2-4CD8-835A-59255B9B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112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8E06-CAE0-416A-A26C-91F2F874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5DD7AD-F051-4531-9665-C2B82EC59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B22B611-6762-4927-BB06-33788E39B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021F3FA-6700-4162-A8F3-51B439CF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076B1D7-226D-4EA2-A648-1C1D411C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BD209CE-84A0-4FF3-AB7E-0FB6EB98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103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1C26A-4083-4818-8298-9D07C8F3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870B842-D695-40BB-85F9-1FC2488F0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DEC8995-EF5B-47A6-A7EB-E71E6C027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EA0E96A-6CF3-4AB6-A205-2544F4B0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7F4FF99-3A05-4590-B6D6-CF64FB7D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640D28-7A05-4FD2-8AFA-E39F4967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966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2DE62-440C-4BA3-98C7-B5D48BEB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D8A98B5-74AD-4A8B-8183-CD31EF9E8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3378C9-579A-4207-8C87-D5284DE7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20263B-9954-4122-8683-4E428F4D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AFE7AB7-A83F-4CEB-9704-17A8EF01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71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24B504-2AAD-4977-BE89-2345E60D8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2D306AF-ED69-46BB-8D9F-175CFE73A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80B5475-F4BC-4C97-8F24-C63A5DAB0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7DD1494-5593-4638-898C-6ED61854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308EDDA-2721-407A-8D8E-DCA43E79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257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A7925A9-FA9D-48AD-9763-B3B37CEF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1669B18-11BE-49D9-A38A-7B35594B9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D2C25CC-4116-423D-9931-5754A4380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DF5AC-081B-4927-AF7B-1CF96A18BB58}" type="datetimeFigureOut">
              <a:rPr lang="pt-PT" smtClean="0"/>
              <a:t>20/10/2026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26FB08-C0A3-480E-9D47-D5B3CDBAB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C030BDA-424F-40DB-9460-014D684F1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1B026-9063-4749-8F82-F40E632D95F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9517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1E3D9-4077-4D7A-BDC4-E33F2BDC2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EB1642-6736-45B5-916D-90EDBE7F0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0844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Estanislau Zayngamer49</dc:creator>
  <cp:lastModifiedBy>Estanislau Zayngamer49</cp:lastModifiedBy>
  <cp:revision>1</cp:revision>
  <dcterms:created xsi:type="dcterms:W3CDTF">2026-10-20T17:36:33Z</dcterms:created>
  <dcterms:modified xsi:type="dcterms:W3CDTF">2026-10-20T17:38:20Z</dcterms:modified>
</cp:coreProperties>
</file>