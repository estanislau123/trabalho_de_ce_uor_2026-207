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BB41C-156C-4631-9B6F-FAB05155B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F2AC0C-B5CE-4D35-B3D0-EC903EE02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9C8F736-3693-4603-A51F-88D23EFF0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DDFBA5B-36D4-4BEC-A134-A7E2F2014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D407362-46EB-4542-9038-D62DD9BB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064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02C52-F860-4941-B1CB-A423A5681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4BA2EBF-E288-4485-99BE-923953DC6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72F764B-8F24-4C85-8F66-B0F506857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8D096E7-CF7E-4272-BEC6-E63E3BC60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AA43E08-FC2D-4CAC-A714-7BAE4143C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778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401A7-08B2-4335-8849-C10CB4ECC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D9994A9-D5DC-4D35-9EF5-B8DE1C332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0E6A007-4E7A-4BD3-8FC1-89FD6B81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98CBB52-AE38-4D06-AA91-4BD1D8E56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EADFA4C-5E54-4805-A94B-8E3EED3C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8231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4DD16-5DDB-4FCD-9F32-1843393B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1E1D942-1830-45EE-8D7F-B01528FFE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1AA0B96E-9F8A-4B28-82A1-B326E7131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0F27A3D-B3A8-4957-ADF2-74B7E347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F6FB16E-0024-4215-AE25-B24E05655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A28F5C6-0771-4746-BC26-73B66E6FF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463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C1C57-D656-4564-A8ED-9E732C47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0840462-4394-454A-8103-4A457835F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D8411F3-C78F-4450-B401-12B8BC2AE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00DEF17D-4E0C-4D02-9153-BD6079479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27BD4378-4D9F-462D-8439-6007FCA38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B7DC5C3-0BE0-43FA-B21E-533DE45E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4B14A9DE-50DE-472D-A8A1-B0613EA74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DD85BF2-4C2A-4F72-B2BD-5614EB6AF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824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C84AB-EDDE-4791-BD38-728141EA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8DCA177-3CF6-4E23-82E9-661D28B7A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5EB97B5-8E16-42E1-895B-8AD27D5C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590CA0E-BB94-429A-955B-B32CDA22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2744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4A335FD-B994-4D86-9CDB-3968F5D05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9978D98-F037-438A-9E61-A74BE63C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EC4C7A7-BFBC-4948-AF63-B6004440E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4459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330C8-55D0-4B4A-955A-99869FCC9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DB6EA55-E0E7-4C84-A783-2D318CFED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B75ABB3-E199-4048-B2A7-F481D764D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7A5DCDE-C751-48D3-BA80-650572E6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E58E257-0080-4A9C-B4ED-6A102F86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A15038C-73D7-4A0D-A5C4-4033D259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126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43EEA-DEB7-4BDB-BA1E-A0AABA420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71C98E9C-5A16-4A4F-92D4-56F1FE3FC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E586D581-64CF-433A-A1D6-E6728CD1C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625C120-DC3B-458F-92E7-03F763D8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CC3DAD6-CAAD-466B-B702-F5B37796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F115299-649A-4799-896A-AC10B67D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0188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89AAB-0029-41B8-A89F-61A16311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84F1CE2-0938-4D93-B37D-FB7383B8C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68B8B82-88DF-47CA-AF31-1924D24F8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E1A6F99-CDA6-4A17-A75E-863E54C6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7ADA909-F37E-42F9-8F7A-6A29EB62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5836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C50BB6-3662-4FD7-9AFF-DBF82CC3F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8063497-C335-41AB-9994-122BF1408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E52DD42-F347-4A91-9F8E-38960AEE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BB6E13F-AF70-4C74-8BEA-56FF2C7F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CD9014A-EEAA-4274-9468-5D8010D3B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106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2DF61110-60B2-4189-9C8B-F0F774996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06E47D2-7ED8-48DC-AD30-581189C23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4172B70-C75C-40E7-9FE3-070F726C2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971E6-E3E4-4BB4-A8FC-92B12D2D8D97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3A1A2FA-8679-4A9F-8D8B-07B8A66512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FCB7C80-761A-41CB-99A5-5318EC7E7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8E671-5F6E-469E-AF25-B6950361D98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235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3DEF0-FA36-479D-A1D1-3E9DB6210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4F42F6-2D42-4674-BD33-8434F94F5A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8500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Ecrã Panorâmico</PresentationFormat>
  <Paragraphs>0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Estanislau Zayngamer49</dc:creator>
  <cp:lastModifiedBy>Estanislau Zayngamer49</cp:lastModifiedBy>
  <cp:revision>1</cp:revision>
  <dcterms:created xsi:type="dcterms:W3CDTF">2026-10-20T17:48:25Z</dcterms:created>
  <dcterms:modified xsi:type="dcterms:W3CDTF">2026-10-20T17:50:10Z</dcterms:modified>
</cp:coreProperties>
</file>